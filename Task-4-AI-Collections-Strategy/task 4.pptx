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Slab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r>
              <a:t>Executive Briefing: Autonomous, Responsible AI-Powered Collections System for Geldium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1. Inputs</a:t>
            </a:r>
          </a:p>
          <a:p>
            <a:r>
              <a:t>• Customer demographics, repayment history, credit utilization, account status</a:t>
            </a:r>
          </a:p>
          <a:p>
            <a:endParaRPr/>
          </a:p>
          <a:p>
            <a:r>
              <a:t>2. Decision Logic</a:t>
            </a:r>
          </a:p>
          <a:p>
            <a:r>
              <a:t>• Predictive risk model + business rules segment customers into low/medium/high risk</a:t>
            </a:r>
          </a:p>
          <a:p>
            <a:endParaRPr/>
          </a:p>
          <a:p>
            <a:r>
              <a:t>3. Actions</a:t>
            </a:r>
          </a:p>
          <a:p>
            <a:r>
              <a:t>• Personalized reminders, self-service payment plans, hardship assistance, escalation</a:t>
            </a:r>
          </a:p>
          <a:p>
            <a:endParaRPr/>
          </a:p>
          <a:p>
            <a:r>
              <a:t>4. Learning Loop</a:t>
            </a:r>
          </a:p>
          <a:p>
            <a:r>
              <a:t>• Track outcomes, retrain models, monitor fairness and effectiveness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Autonomous Activities</a:t>
            </a:r>
          </a:p>
          <a:p>
            <a:r>
              <a:t>• Risk scoring and segmentation</a:t>
            </a:r>
          </a:p>
          <a:p>
            <a:r>
              <a:t>• Personalized reminders (SMS/email/app)</a:t>
            </a:r>
          </a:p>
          <a:p>
            <a:r>
              <a:t>• Recommended payment plans</a:t>
            </a:r>
          </a:p>
          <a:p>
            <a:r>
              <a:t>• Outcome tracking</a:t>
            </a:r>
          </a:p>
          <a:p>
            <a:endParaRPr/>
          </a:p>
          <a:p>
            <a:r>
              <a:t>Human Oversight</a:t>
            </a:r>
          </a:p>
          <a:p>
            <a:r>
              <a:t>• Hardship-case approvals</a:t>
            </a:r>
          </a:p>
          <a:p>
            <a:r>
              <a:t>• High-impact account decisions</a:t>
            </a:r>
          </a:p>
          <a:p>
            <a:r>
              <a:t>• Appeals and complaint handling</a:t>
            </a:r>
          </a:p>
          <a:p>
            <a:r>
              <a:t>• Model governance and audits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Responsible AI Guardrails</a:t>
            </a:r>
          </a:p>
          <a:p>
            <a:r>
              <a:t>• Fairness testing across customer segments</a:t>
            </a:r>
          </a:p>
          <a:p>
            <a:r>
              <a:t>• Explainable decisions with reason codes</a:t>
            </a:r>
          </a:p>
          <a:p>
            <a:r>
              <a:t>• Compliance with ECOA, GDPR, and local regulations</a:t>
            </a:r>
          </a:p>
          <a:p>
            <a:r>
              <a:t>• Human-in-the-loop review for sensitive decisions</a:t>
            </a:r>
          </a:p>
          <a:p>
            <a:r>
              <a:t>• Continuous monitoring, audit logs, and model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Business KPIs</a:t>
            </a:r>
          </a:p>
          <a:p>
            <a:r>
              <a:t>• Reduced delinquency rates</a:t>
            </a:r>
          </a:p>
          <a:p>
            <a:r>
              <a:t>• Higher repayment and cure rates</a:t>
            </a:r>
          </a:p>
          <a:p>
            <a:r>
              <a:t>• Lower collections operating costs</a:t>
            </a:r>
          </a:p>
          <a:p>
            <a:r>
              <a:t>• Improved agent productivity</a:t>
            </a:r>
          </a:p>
          <a:p>
            <a:endParaRPr/>
          </a:p>
          <a:p>
            <a:r>
              <a:t>Customer Outcomes</a:t>
            </a:r>
          </a:p>
          <a:p>
            <a:r>
              <a:t>• More personalized engagement</a:t>
            </a:r>
          </a:p>
          <a:p>
            <a:r>
              <a:t>• Fairer and more consistent treatment</a:t>
            </a:r>
          </a:p>
          <a:p>
            <a:r>
              <a:t>• Faster access to support options</a:t>
            </a:r>
          </a:p>
          <a:p>
            <a:r>
              <a:t>• Greater trust and transparency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444</Words>
  <Application>Microsoft Office PowerPoint</Application>
  <PresentationFormat>On-screen Show (16:9)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Medhavi</dc:creator>
  <cp:lastModifiedBy>Medhavi Mhatre</cp:lastModifiedBy>
  <cp:revision>3</cp:revision>
  <dcterms:modified xsi:type="dcterms:W3CDTF">2026-06-16T11:50:10Z</dcterms:modified>
</cp:coreProperties>
</file>